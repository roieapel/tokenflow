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6750A4">
              <a:alpha val="25000"/>
            </a:srgbClr>
          </a:solidFill>
          <a:ln w="12700">
            <a:solidFill>
              <a:srgbClr val="6750A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9575CD">
              <a:alpha val="40000"/>
            </a:srgbClr>
          </a:solidFill>
          <a:ln w="12700">
            <a:solidFill>
              <a:srgbClr val="9575C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2560320"/>
          </a:xfrm>
          <a:prstGeom prst="rect">
            <a:avLst/>
          </a:prstGeom>
          <a:solidFill>
            <a:srgbClr val="6750A4"/>
          </a:solidFill>
          <a:ln w="12700">
            <a:solidFill>
              <a:srgbClr val="6750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TokenFlow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Token Redistribution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budget. Same contract. Engineers unblocked. Zero waste.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1920240" cy="914400"/>
          </a:xfrm>
          <a:prstGeom prst="rect">
            <a:avLst/>
          </a:prstGeom>
          <a:solidFill>
            <a:srgbClr val="6750A4">
              <a:alpha val="30000"/>
            </a:srgbClr>
          </a:solidFill>
          <a:ln w="12700">
            <a:solidFill>
              <a:srgbClr val="6750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0050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$432K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4407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waste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3977640"/>
            <a:ext cx="1920240" cy="914400"/>
          </a:xfrm>
          <a:prstGeom prst="rect">
            <a:avLst/>
          </a:prstGeom>
          <a:solidFill>
            <a:srgbClr val="6750A4">
              <a:alpha val="30000"/>
            </a:srgbClr>
          </a:solidFill>
          <a:ln w="12700">
            <a:solidFill>
              <a:srgbClr val="6750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0" y="40050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4407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redistributed/mo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0" y="3977640"/>
            <a:ext cx="1920240" cy="914400"/>
          </a:xfrm>
          <a:prstGeom prst="rect">
            <a:avLst/>
          </a:prstGeom>
          <a:solidFill>
            <a:srgbClr val="6750A4">
              <a:alpha val="30000"/>
            </a:srgbClr>
          </a:solidFill>
          <a:ln w="12700">
            <a:solidFill>
              <a:srgbClr val="6750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40050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46320" y="4407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unused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40880" y="3977640"/>
            <a:ext cx="1920240" cy="914400"/>
          </a:xfrm>
          <a:prstGeom prst="rect">
            <a:avLst/>
          </a:prstGeom>
          <a:solidFill>
            <a:srgbClr val="6750A4">
              <a:alpha val="30000"/>
            </a:srgbClr>
          </a:solidFill>
          <a:ln w="12700">
            <a:solidFill>
              <a:srgbClr val="6750A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40050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0" y="4407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Ramp AI Index 2026 · CloudZero 2025 · 700-person tech company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are blocked. PMs have unused tokens. Same account. Same budget.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C4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393192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Engineer — Claude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200K–500K tokens/day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sessions: reads entire codebases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run = 50K–500K tokens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rate limit → stops dead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borrow unused PM tokens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566160"/>
            <a:ext cx="36576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566160"/>
            <a:ext cx="3657600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used — BLOCKED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Claude Code session = what a PM uses in a week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32588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C4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325880"/>
            <a:ext cx="393192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PM / Designer — Claude.ai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10K–50K tokens/day typical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conversational sessions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2K–50K tokens per day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vastly underused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expires at month end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37760" y="3566160"/>
            <a:ext cx="36576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3566160"/>
            <a:ext cx="91440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used — surplus expires unused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paid for both. Only one can use 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700-person tech company, Claude Sonnet at $3/M tokens.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06040" cy="1920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06040" cy="64008"/>
          </a:xfrm>
          <a:prstGeom prst="rect">
            <a:avLst/>
          </a:prstGeom>
          <a:solidFill>
            <a:srgbClr val="6750A4"/>
          </a:solidFill>
          <a:ln w="12700">
            <a:solidFill>
              <a:srgbClr val="6750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75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AI spend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Enterprise contract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371600"/>
            <a:ext cx="2606040" cy="1920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371600"/>
            <a:ext cx="2606040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463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64408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wasted monthly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all purchased tokens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371600"/>
            <a:ext cx="2606040" cy="19202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371600"/>
            <a:ext cx="2606040" cy="6400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463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$432K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117336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waste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17336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have been recovered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F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AD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AD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AD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200K – 500K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F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AD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 / Designers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AD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AD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 – 50K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F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AD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/ Finance / Legal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AD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ADD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2K – 5K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F4A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49103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Ramp AI Index 2026 · CloudZero 2025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proxy layer between every employee and Anthropic. Invisible to users.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286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C4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Pastes virtual key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IDE / browser.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change.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325880"/>
            <a:ext cx="2286000" cy="1920240"/>
          </a:xfrm>
          <a:prstGeom prst="rect">
            <a:avLst/>
          </a:prstGeom>
          <a:solidFill>
            <a:srgbClr val="6750A4"/>
          </a:solidFill>
          <a:ln w="12700">
            <a:solidFill>
              <a:srgbClr val="6750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417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TokenFlow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20116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caller.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tokens.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pool.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2286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C4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417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call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real key.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Unaware of proxy.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2286000"/>
            <a:ext cx="502920" cy="0"/>
          </a:xfrm>
          <a:prstGeom prst="line">
            <a:avLst/>
          </a:prstGeom>
          <a:noFill/>
          <a:ln w="31750">
            <a:solidFill>
              <a:srgbClr val="6750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750A4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60720" y="2286000"/>
            <a:ext cx="502920" cy="0"/>
          </a:xfrm>
          <a:prstGeom prst="line">
            <a:avLst/>
          </a:prstGeom>
          <a:noFill/>
          <a:ln w="31750">
            <a:solidFill>
              <a:srgbClr val="6750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750A4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60320" y="3429000"/>
            <a:ext cx="4023360" cy="822960"/>
          </a:xfrm>
          <a:prstGeom prst="rect">
            <a:avLst/>
          </a:prstGeom>
          <a:solidFill>
            <a:srgbClr val="EADDFF"/>
          </a:solidFill>
          <a:ln w="12700">
            <a:solidFill>
              <a:srgbClr val="6750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0604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Pool — PM &amp; Designer Surplus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3794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847M tokens available · routed to engineers in real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3246120"/>
            <a:ext cx="0" cy="182880"/>
          </a:xfrm>
          <a:prstGeom prst="line">
            <a:avLst/>
          </a:prstGeom>
          <a:noFill/>
          <a:ln w="25400">
            <a:solidFill>
              <a:srgbClr val="6750A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70832"/>
            <a:ext cx="8229600" cy="210312"/>
          </a:xfrm>
          <a:prstGeom prst="rect">
            <a:avLst/>
          </a:prstGeom>
          <a:solidFill>
            <a:srgbClr val="F3EDF7"/>
          </a:solidFill>
          <a:ln w="12700">
            <a:solidFill>
              <a:srgbClr val="CAC4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7997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Engineer hits limit → proxy finds pool → call goes through instantly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17720"/>
            <a:ext cx="8229600" cy="210312"/>
          </a:xfrm>
          <a:prstGeom prst="rect">
            <a:avLst/>
          </a:prstGeom>
          <a:solidFill>
            <a:srgbClr val="F3EDF7"/>
          </a:solidFill>
          <a:ln w="12700">
            <a:solidFill>
              <a:srgbClr val="CAC4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268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Paste 1 virtual key into IDE. Everything else is invisible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64608"/>
            <a:ext cx="8229600" cy="210312"/>
          </a:xfrm>
          <a:prstGeom prst="rect">
            <a:avLst/>
          </a:prstGeom>
          <a:solidFill>
            <a:srgbClr val="F3EDF7"/>
          </a:solidFill>
          <a:ln w="12700">
            <a:solidFill>
              <a:srgbClr val="CAC4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8737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changes to Anthropic contract, account, or model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subagents · 6 weeks · production-ready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868680" cy="621792"/>
          </a:xfrm>
          <a:prstGeom prst="rect">
            <a:avLst/>
          </a:prstGeom>
          <a:solidFill>
            <a:srgbClr val="6750A4"/>
          </a:solidFill>
          <a:ln w="12700">
            <a:solidFill>
              <a:srgbClr val="6750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371600" y="1170432"/>
            <a:ext cx="7315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170432"/>
            <a:ext cx="64008" cy="621792"/>
          </a:xfrm>
          <a:prstGeom prst="rect">
            <a:avLst/>
          </a:prstGeom>
          <a:solidFill>
            <a:srgbClr val="6750A4"/>
          </a:solidFill>
          <a:ln w="12700">
            <a:solidFill>
              <a:srgbClr val="6750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2161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4996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5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13350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key-validator · role-resolver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38528"/>
            <a:ext cx="868680" cy="62179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093976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71600" y="1938528"/>
            <a:ext cx="7315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0" y="1938528"/>
            <a:ext cx="64008" cy="62179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1984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2677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counter-agent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2103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stream-parser · redis-writer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706624"/>
            <a:ext cx="868680" cy="621792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86207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71600" y="2706624"/>
            <a:ext cx="7315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71600" y="2706624"/>
            <a:ext cx="64008" cy="621792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27523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Manager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0358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pool-agent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0" y="28712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pool-calculator · borrow-ledger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868680" cy="621792"/>
          </a:xfrm>
          <a:prstGeom prst="rect">
            <a:avLst/>
          </a:prstGeom>
          <a:solidFill>
            <a:srgbClr val="9575CD"/>
          </a:solidFill>
          <a:ln w="12700">
            <a:solidFill>
              <a:srgbClr val="9575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63016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371600" y="3474720"/>
            <a:ext cx="7315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371600" y="3474720"/>
            <a:ext cx="64008" cy="621792"/>
          </a:xfrm>
          <a:prstGeom prst="rect">
            <a:avLst/>
          </a:prstGeom>
          <a:solidFill>
            <a:srgbClr val="9575CD"/>
          </a:solidFill>
          <a:ln w="12700">
            <a:solidFill>
              <a:srgbClr val="9575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Rebalancer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38039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7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rebalancer-agent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97680" y="36393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admin-api-client · reconciler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242816"/>
            <a:ext cx="868680" cy="62179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4398264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371600" y="4242816"/>
            <a:ext cx="7315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371600" y="4242816"/>
            <a:ext cx="64008" cy="62179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42885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554480" y="4572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dashboard-agent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0" y="44074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websocket-server · rest-api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5528" y="1773936"/>
            <a:ext cx="0" cy="2944368"/>
          </a:xfrm>
          <a:prstGeom prst="line">
            <a:avLst/>
          </a:prstGeom>
          <a:noFill/>
          <a:ln w="19050">
            <a:solidFill>
              <a:srgbClr val="EADDFF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API Integration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proxy connects to Anthropic's usage data — and drives the live dashboard.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657600"/>
          </a:xfrm>
          <a:prstGeom prst="rect">
            <a:avLst/>
          </a:prstGeom>
          <a:solidFill>
            <a:srgbClr val="241544"/>
          </a:solidFill>
          <a:ln w="12700">
            <a:solidFill>
              <a:srgbClr val="4A37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Admin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886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E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/v1/organizations/{org_id}/usage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E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?start_time=2026-05-01T00:00:00Z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E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&amp;group_by=api_key_id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E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&amp;granularity=day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E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x-api-key: sk-ant-admin-...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E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anthropic-version: 2023-06-01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E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 "data":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E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"api_key_id": "apikey_abc",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E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"input_tokens": 48200000,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E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"output_tokens": 12100000,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E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"total_cost_usd": 180.90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E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261872"/>
            <a:ext cx="411480" cy="411480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12080" y="1188720"/>
            <a:ext cx="3566160" cy="1051560"/>
          </a:xfrm>
          <a:prstGeom prst="rect">
            <a:avLst/>
          </a:prstGeom>
          <a:solidFill>
            <a:srgbClr val="2D1F4A"/>
          </a:solidFill>
          <a:ln w="12700">
            <a:solidFill>
              <a:srgbClr val="4A37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252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Cron (00:05 UTC)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5361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rebalancer-agent pulls Anthropic Admin API for prior-day usage per api_key_id. Reconciles with internal borrow ledger.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1691640"/>
            <a:ext cx="0" cy="704088"/>
          </a:xfrm>
          <a:prstGeom prst="line">
            <a:avLst/>
          </a:prstGeom>
          <a:noFill/>
          <a:ln w="19050">
            <a:solidFill>
              <a:srgbClr val="6750A4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663440" y="2468880"/>
            <a:ext cx="411480" cy="411480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0" y="2395728"/>
            <a:ext cx="3566160" cy="1051560"/>
          </a:xfrm>
          <a:prstGeom prst="rect">
            <a:avLst/>
          </a:prstGeom>
          <a:solidFill>
            <a:srgbClr val="2D1F4A"/>
          </a:solidFill>
          <a:ln w="12700">
            <a:solidFill>
              <a:srgbClr val="4A37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4597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Reset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PM + designer surplus (allocation − actual). Sets pool:available in Redis. Publishes pool:updated event.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64608" y="2898648"/>
            <a:ext cx="0" cy="704088"/>
          </a:xfrm>
          <a:prstGeom prst="line">
            <a:avLst/>
          </a:prstGeom>
          <a:noFill/>
          <a:ln w="19050">
            <a:solidFill>
              <a:srgbClr val="6750A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663440" y="3675888"/>
            <a:ext cx="411480" cy="411480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2080" y="3602736"/>
            <a:ext cx="3566160" cy="1051560"/>
          </a:xfrm>
          <a:prstGeom prst="rect">
            <a:avLst/>
          </a:prstGeom>
          <a:solidFill>
            <a:srgbClr val="2D1F4A"/>
          </a:solidFill>
          <a:ln w="12700">
            <a:solidFill>
              <a:srgbClr val="4A37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36667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Push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9502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dashboard-agent subscribes to Redis pub/sub. Fans out to browser WebSocket clients. tokenflow_demo.html updates live.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2D1F4A"/>
          </a:solidFill>
          <a:ln w="12700">
            <a:solidFill>
              <a:srgbClr val="4A37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API key issued in Anthropic Console → Settings → API Keys → Create Admin Key  ·  Distinct from user keys  ·  Org-level read access only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750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0E2E">
              <a:alpha val="40000"/>
            </a:srgbClr>
          </a:solidFill>
          <a:ln w="12700">
            <a:solidFill>
              <a:srgbClr val="1A0E2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A0E2E">
              <a:alpha val="30000"/>
            </a:srgbClr>
          </a:solidFill>
          <a:ln w="12700">
            <a:solidFill>
              <a:srgbClr val="1A0E2E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Budget.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Waste.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unblocked in real time. PM tokens stop expiring. $432K recovered annually.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3200400"/>
            <a:ext cx="347472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264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$28,400 saved this month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3200400"/>
            <a:ext cx="347472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3264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14 engineers unblocked today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3767328"/>
            <a:ext cx="347472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8313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0M tokens wasted (vs 12B before)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3767328"/>
            <a:ext cx="347472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8313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6-week build · 0 Anthropic contract changes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TokenFlow · Built for Anthropic Enterprise · 6 weeks to production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TokenFlow — Enterprise AI Token Redistribution</dc:title>
  <dc:subject>PptxGenJS Presentation</dc:subject>
  <dc:creator>PptxGenJS</dc:creator>
  <cp:lastModifiedBy>PptxGenJS</cp:lastModifiedBy>
  <cp:revision>1</cp:revision>
  <dcterms:created xsi:type="dcterms:W3CDTF">2026-05-16T14:52:39Z</dcterms:created>
  <dcterms:modified xsi:type="dcterms:W3CDTF">2026-05-16T14:52:39Z</dcterms:modified>
</cp:coreProperties>
</file>